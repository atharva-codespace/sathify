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SATHIFY  ·  SMART SOCIETY WORKFORCE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0" y="457200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Informal</a:t>
            </a:r>
            <a:endParaRPr lang="en-US" sz="46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work today runs on paper registers, cash, and word of mouth — no verification, no record.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10908792" cy="82296"/>
          </a:xfrm>
          <a:prstGeom prst="rect">
            <a:avLst/>
          </a:prstGeom>
          <a:solidFill>
            <a:srgbClr val="161F38"/>
          </a:solidFill>
          <a:ln/>
        </p:spPr>
      </p:sp>
      <p:sp>
        <p:nvSpPr>
          <p:cNvPr id="7" name="!!HeroProgress"/>
          <p:cNvSpPr/>
          <p:nvPr/>
        </p:nvSpPr>
        <p:spPr>
          <a:xfrm>
            <a:off x="640080" y="6272784"/>
            <a:ext cx="2181758" cy="82296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8" name="!!HeroShape"/>
          <p:cNvSpPr/>
          <p:nvPr/>
        </p:nvSpPr>
        <p:spPr>
          <a:xfrm rot="960000">
            <a:off x="7863840" y="2240280"/>
            <a:ext cx="2377440" cy="1554480"/>
          </a:xfrm>
          <a:prstGeom prst="rect">
            <a:avLst/>
          </a:prstGeom>
          <a:solidFill>
            <a:srgbClr val="4B5563"/>
          </a:solidFill>
          <a:ln/>
          <a:effectLst>
            <a:outerShdw sx="100000" sy="100000" kx="0" ky="0" algn="bl" rotWithShape="0" blurRad="203200" dist="889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WORKER ONBOARDING &amp; KYC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0" y="457200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Once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Aadhaar-checked KYC and an eight-stage OCR pipeline — a photo that becomes the gate's own reference image.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10908792" cy="82296"/>
          </a:xfrm>
          <a:prstGeom prst="rect">
            <a:avLst/>
          </a:prstGeom>
          <a:solidFill>
            <a:srgbClr val="161F38"/>
          </a:solidFill>
          <a:ln/>
        </p:spPr>
      </p:sp>
      <p:sp>
        <p:nvSpPr>
          <p:cNvPr id="7" name="!!HeroProgress"/>
          <p:cNvSpPr/>
          <p:nvPr/>
        </p:nvSpPr>
        <p:spPr>
          <a:xfrm>
            <a:off x="640080" y="6272784"/>
            <a:ext cx="4363517" cy="82296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8" name="!!HeroShape"/>
          <p:cNvSpPr/>
          <p:nvPr/>
        </p:nvSpPr>
        <p:spPr>
          <a:xfrm>
            <a:off x="7818120" y="1691640"/>
            <a:ext cx="2651760" cy="2651760"/>
          </a:xfrm>
          <a:prstGeom prst="rect">
            <a:avLst/>
          </a:prstGeom>
          <a:solidFill>
            <a:srgbClr val="2E74B5"/>
          </a:solidFill>
          <a:ln/>
          <a:effectLst>
            <a:outerShdw sx="100000" sy="100000" kx="0" ky="0" algn="bl" rotWithShape="0" blurRad="203200" dist="889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VERIFIED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800" spd="slow">
    <p159:morph xmlns:p159="http://schemas.microsoft.com/office/powerpoint/2015/09/main" option="byObjec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RATINGS &amp; TRUST SCORE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0" y="457200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You</a:t>
            </a:r>
            <a:endParaRPr lang="en-US" sz="46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Explain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trust score is built from real evidence and stored with the reasoning behind it — never a black box.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10908792" cy="82296"/>
          </a:xfrm>
          <a:prstGeom prst="rect">
            <a:avLst/>
          </a:prstGeom>
          <a:solidFill>
            <a:srgbClr val="161F38"/>
          </a:solidFill>
          <a:ln/>
        </p:spPr>
      </p:sp>
      <p:sp>
        <p:nvSpPr>
          <p:cNvPr id="7" name="!!HeroProgress"/>
          <p:cNvSpPr/>
          <p:nvPr/>
        </p:nvSpPr>
        <p:spPr>
          <a:xfrm>
            <a:off x="640080" y="6272784"/>
            <a:ext cx="6545275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!!HeroShape"/>
          <p:cNvSpPr/>
          <p:nvPr/>
        </p:nvSpPr>
        <p:spPr>
          <a:xfrm>
            <a:off x="7772400" y="1645920"/>
            <a:ext cx="2743200" cy="2743200"/>
          </a:xfrm>
          <a:prstGeom prst="pentagon">
            <a:avLst/>
          </a:prstGeom>
          <a:solidFill>
            <a:srgbClr val="14B8A6"/>
          </a:solidFill>
          <a:ln/>
          <a:effectLst>
            <a:outerShdw sx="100000" sy="100000" kx="0" ky="0" algn="bl" rotWithShape="0" blurRad="203200" dist="889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800" spd="slow">
    <p159:morph xmlns:p159="http://schemas.microsoft.com/office/powerpoint/2015/09/main" option="byObjec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MODULES — ONE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0" y="457200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App,</a:t>
            </a:r>
            <a:endParaRPr lang="en-US" sz="46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Residents, workers, guards, and administrators — hiring, attendance, and payments in a single Flutter app.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10908792" cy="82296"/>
          </a:xfrm>
          <a:prstGeom prst="rect">
            <a:avLst/>
          </a:prstGeom>
          <a:solidFill>
            <a:srgbClr val="161F38"/>
          </a:solidFill>
          <a:ln/>
        </p:spPr>
      </p:sp>
      <p:sp>
        <p:nvSpPr>
          <p:cNvPr id="7" name="!!HeroProgress"/>
          <p:cNvSpPr/>
          <p:nvPr/>
        </p:nvSpPr>
        <p:spPr>
          <a:xfrm>
            <a:off x="640080" y="6272784"/>
            <a:ext cx="8727034" cy="82296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8" name="!!HeroShape"/>
          <p:cNvSpPr/>
          <p:nvPr/>
        </p:nvSpPr>
        <p:spPr>
          <a:xfrm>
            <a:off x="8229600" y="1371600"/>
            <a:ext cx="2103120" cy="3383280"/>
          </a:xfrm>
          <a:prstGeom prst="roundRect">
            <a:avLst>
              <a:gd name="adj" fmla="val 9565"/>
            </a:avLst>
          </a:prstGeom>
          <a:solidFill>
            <a:srgbClr val="6C5CE7"/>
          </a:solidFill>
          <a:ln/>
          <a:effectLst>
            <a:outerShdw sx="100000" sy="100000" kx="0" ky="0" algn="bl" rotWithShape="0" blurRad="203200" dist="889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800" spd="slow">
    <p159:morph xmlns:p159="http://schemas.microsoft.com/office/powerpoint/2015/09/main" option="byObjec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DEPLOY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0" y="457200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Safer, Smarter</a:t>
            </a:r>
            <a:endParaRPr lang="en-US" sz="46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Societies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people. Explainable trust. A platform built to protect the side with the least power to demand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10908792" cy="82296"/>
          </a:xfrm>
          <a:prstGeom prst="rect">
            <a:avLst/>
          </a:prstGeom>
          <a:solidFill>
            <a:srgbClr val="161F38"/>
          </a:solidFill>
          <a:ln/>
        </p:spPr>
      </p:sp>
      <p:sp>
        <p:nvSpPr>
          <p:cNvPr id="7" name="!!HeroProgress"/>
          <p:cNvSpPr/>
          <p:nvPr/>
        </p:nvSpPr>
        <p:spPr>
          <a:xfrm>
            <a:off x="640080" y="6272784"/>
            <a:ext cx="10908792" cy="82296"/>
          </a:xfrm>
          <a:prstGeom prst="rect">
            <a:avLst/>
          </a:prstGeom>
          <a:solidFill>
            <a:srgbClr val="F5B942"/>
          </a:solidFill>
          <a:ln/>
        </p:spPr>
      </p:sp>
      <p:sp>
        <p:nvSpPr>
          <p:cNvPr id="8" name="!!HeroShape"/>
          <p:cNvSpPr/>
          <p:nvPr/>
        </p:nvSpPr>
        <p:spPr>
          <a:xfrm>
            <a:off x="7589520" y="1508760"/>
            <a:ext cx="3017520" cy="3017520"/>
          </a:xfrm>
          <a:prstGeom prst="ellipse">
            <a:avLst/>
          </a:prstGeom>
          <a:solidFill>
            <a:srgbClr val="F5B942"/>
          </a:solidFill>
          <a:ln/>
          <a:effectLst>
            <a:outerShdw sx="100000" sy="100000" kx="0" ky="0" algn="bl" rotWithShape="0" blurRad="203200" dist="88900" dir="5400000">
              <a:srgbClr val="000000">
                <a:alpha val="4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SATHIFY</a:t>
            </a:r>
            <a:endParaRPr lang="en-US" sz="1700" dirty="0"/>
          </a:p>
        </p:txBody>
      </p:sp>
    </p:spTree>
  </p:cSld>
  <p:clrMapOvr>
    <a:masterClrMapping/>
  </p:clrMapOvr>
  <p:transition xmlns:p14="http://schemas.microsoft.com/office/powerpoint/2010/main" p14:dur="800" spd="slow">
    <p159:morph xmlns:p159="http://schemas.microsoft.com/office/powerpoint/2015/09/main"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2026-08-09T08:51:39Z</dcterms:created>
  <dcterms:modified xsi:type="dcterms:W3CDTF">2026-08-09T08:51:39Z</dcterms:modified>
</cp:coreProperties>
</file>